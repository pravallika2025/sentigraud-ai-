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2FF"/>
                </a:solidFill>
              </a:defRPr>
            </a:pPr>
            <a:r>
              <a:t>🛡️ SentinelGPT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Autonomous Cyber Defense Platform</a:t>
            </a:r>
          </a:p>
          <a:p>
            <a:br/>
            <a:pPr algn="ctr">
              <a:defRPr sz="1600">
                <a:solidFill>
                  <a:srgbClr val="94A3B8"/>
                </a:solidFill>
              </a:defRPr>
            </a:pPr>
            <a:r>
              <a:t>Real-time AI Security Monitoring • Heuristic Anomaly Analysis • Autonomous Quarantine</a:t>
            </a:r>
          </a:p>
          <a:p>
            <a:br/>
            <a:pPr algn="ctr">
              <a:defRPr sz="1300">
                <a:solidFill>
                  <a:srgbClr val="00F2FF"/>
                </a:solidFill>
              </a:defRPr>
            </a:pPr>
            <a:r>
              <a:t>🌐 Live Demo: https://sentinelgpt-ai.vercel.app  |  📁 GitHub: Pravallika2025/sentigraud-ai-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464"/>
                </a:solidFill>
              </a:defRPr>
            </a:pPr>
            <a:r>
              <a:t>🔴 Traditional SOC Challenges: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High alert volume causing security analyst fatigue.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Delayed manual intervention leading to breach escalation.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Fragmented tools lacking unified MITRE ATT&amp;CK correlation.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Lack of real-time automated quarantine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F"/>
                </a:solidFill>
              </a:defRPr>
            </a:pPr>
            <a:r>
              <a:t>🟢 SentinelGPT Solution: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Autonomous heuristic engine running 24/7 background telemetry.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Instant visual triage via dynamic glassmorphism dashboard.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Automated IP quarantine with 1-click revoke controls.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AI assistant generating instant mitigation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2FF"/>
                </a:solidFill>
              </a:defRPr>
            </a:pPr>
            <a:r>
              <a:t>🔹 React 19 + Vite 5.4 SPA: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Delivers ultra-responsive glassmorphism SOC interface with dark theme neon accents.</a:t>
            </a:r>
            <a:br/>
          </a:p>
          <a:p>
            <a:pPr>
              <a:defRPr sz="1500" b="1">
                <a:solidFill>
                  <a:srgbClr val="00F2FF"/>
                </a:solidFill>
              </a:defRPr>
            </a:pPr>
            <a:r>
              <a:t>🔹 FastAPI Python Backend: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Asynchronous microservices handling REST API, OpenAPI docs, and WebSockets.</a:t>
            </a:r>
            <a:br/>
          </a:p>
          <a:p>
            <a:pPr>
              <a:defRPr sz="1500" b="1">
                <a:solidFill>
                  <a:srgbClr val="00F2FF"/>
                </a:solidFill>
              </a:defRPr>
            </a:pPr>
            <a:r>
              <a:t>🔹 SQLAlchemy &amp; SQLite DB: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Persistent threat logs, blocked IPs quarantine list, and user profiles.</a:t>
            </a:r>
            <a:br/>
          </a:p>
          <a:p>
            <a:pPr>
              <a:defRPr sz="1500" b="1">
                <a:solidFill>
                  <a:srgbClr val="00F2FF"/>
                </a:solidFill>
              </a:defRPr>
            </a:pPr>
            <a:r>
              <a:t>🔹 JWT Authentication: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Secure 8-hour expiring HS256 tokens with SHA-256 hashed user credentials.</a:t>
            </a:r>
            <a:br/>
          </a:p>
          <a:p>
            <a:pPr>
              <a:defRPr sz="1500" b="1">
                <a:solidFill>
                  <a:srgbClr val="00F2FF"/>
                </a:solidFill>
              </a:defRPr>
            </a:pPr>
            <a:r>
              <a:t>🔹 Vercel Serverless Platform: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Full-stack serverless cloud deployment serving static SPA build + Python functions.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Real-Time SOC Operations 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50817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Authentication &amp; Operator Onboarding</a:t>
            </a:r>
          </a:p>
        </p:txBody>
      </p:sp>
      <p:pic>
        <p:nvPicPr>
          <p:cNvPr id="3" name="Picture 2" descr="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432304"/>
          </a:xfrm>
          <a:prstGeom prst="rect">
            <a:avLst/>
          </a:prstGeom>
        </p:spPr>
      </p:pic>
      <p:pic>
        <p:nvPicPr>
          <p:cNvPr id="4" name="Picture 3" descr="registratio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AI Threat Triage &amp; Payload File Scanner</a:t>
            </a:r>
          </a:p>
        </p:txBody>
      </p:sp>
      <p:pic>
        <p:nvPicPr>
          <p:cNvPr id="3" name="Picture 2" descr="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432304"/>
          </a:xfrm>
          <a:prstGeom prst="rect">
            <a:avLst/>
          </a:prstGeom>
        </p:spPr>
      </p:pic>
      <p:pic>
        <p:nvPicPr>
          <p:cNvPr id="4" name="Picture 3" descr="file_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F"/>
                </a:solidFill>
              </a:defRPr>
            </a:pPr>
            <a:r>
              <a:t>SENTINELGPT CYBER DEFENSE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Project Submission &amp; Access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🌐 Official Live Web Deployment:</a:t>
            </a:r>
          </a:p>
          <a:p>
            <a:pPr>
              <a:defRPr sz="1500">
                <a:solidFill>
                  <a:srgbClr val="00F2FF"/>
                </a:solidFill>
              </a:defRPr>
            </a:pPr>
            <a:r>
              <a:t>👉 https://sentinelgpt-ai.vercel.app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📡 Live Server Health Status:</a:t>
            </a:r>
          </a:p>
          <a:p>
            <a:pPr>
              <a:defRPr sz="1500">
                <a:solidFill>
                  <a:srgbClr val="00F2FF"/>
                </a:solidFill>
              </a:defRPr>
            </a:pPr>
            <a:r>
              <a:t>👉 https://sentinelgpt-ai.vercel.app/health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📖 Interactive Swagger API Docs:</a:t>
            </a:r>
          </a:p>
          <a:p>
            <a:pPr>
              <a:defRPr sz="1500">
                <a:solidFill>
                  <a:srgbClr val="00F2FF"/>
                </a:solidFill>
              </a:defRPr>
            </a:pPr>
            <a:r>
              <a:t>👉 https://sentinelgpt-ai.vercel.app/docs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📁 Official GitHub Repository:</a:t>
            </a:r>
          </a:p>
          <a:p>
            <a:pPr>
              <a:defRPr sz="1500">
                <a:solidFill>
                  <a:srgbClr val="00F2FF"/>
                </a:solidFill>
              </a:defRPr>
            </a:pPr>
            <a:r>
              <a:t>👉 https://github.com/Pravallika2025/sentigraud-ai-.git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